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nlinelibrary.wiley.com/doi/abs/10.1111/jofi.13268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402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>
                <a:solidFill>
                  <a:srgbClr val="1A1A1A"/>
                </a:solidFill>
                <a:latin typeface="Microsoft JhengHei"/>
                <a:ea typeface="Microsoft JhengHei"/>
              </a:rPr>
              <a:t>從「猜漲跌」到「排順序」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37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78D4"/>
                </a:solidFill>
                <a:latin typeface="Microsoft JhengHei"/>
                <a:ea typeface="Microsoft JhengHei"/>
              </a:rPr>
              <a:t>Chart GCN 評估協定的轉型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32704" y="4434840"/>
            <a:ext cx="91440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專題進度週報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2026-08-25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的方法與我們高度相似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同一個大方向:不預設型態,讓卷積網路自己從價格圖表中學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874519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02336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面向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我們的 Chart GCN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JKX (JF 2023)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核心命題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圖表型態含有預測資訊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同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是否預設型態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否(不用頭肩、黃金交叉)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否(明確批評 ad hoc 型態)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輸入原料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日 OHLC + 成交量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日 OHLC + 成交量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表示法家族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價格 → 二維張量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價格 → 二維像素圖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模型家族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Conv2d × 3 + Attention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Conv 區塊 × 2~4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參數量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38,130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155K ~ 2.95M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標籤形式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未來漲跌二分類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未來漲跌二分類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損失函數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交叉熵 + Adam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交叉熵 + Adam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66928" y="6053328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方法論家族相同 —— 所以 JKX 的評估協定可以、也應該直接套用到我們的模型上。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論文的分類結果:準確率只有 53%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Table 2,美股 CRSP 全樣本,1993–2000 訓練一次後凍結,2001–2019 樣本外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96596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46304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圖像長度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預測 20 日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預測 60 日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 日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52.5%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20 日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53.3%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53.2%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60 日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53.6%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52.9%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動量 MOM(對照)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52.1%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52.1%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72200" y="196596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Chart GCN 論文報的(SZ-50)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數值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D13438"/>
                          </a:solidFill>
                          <a:latin typeface="Microsoft JhengHei"/>
                          <a:ea typeface="Microsoft JhengHei"/>
                        </a:rPr>
                        <a:t>Accuracy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D13438"/>
                          </a:solidFill>
                          <a:latin typeface="Microsoft JhengHei"/>
                          <a:ea typeface="Microsoft JhengHei"/>
                        </a:rPr>
                        <a:t>69.26%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Precision(漲 / 跌)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65.76% / 72.26%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F1(漲 / 跌)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66.40% / 71.67%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JKX 是否報 F1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否 —— 財金領域不用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42976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1A1A1A"/>
                </a:solidFill>
                <a:latin typeface="Microsoft JhengHei"/>
                <a:ea typeface="Microsoft JhengHei"/>
              </a:rPr>
              <a:t>JKX 花了半頁論證「53% 已經夠用」:準確率每 +1%,擇時策略年化 Sharpe 約 +0.1。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D13438"/>
                </a:solidFill>
                <a:latin typeface="Microsoft JhengHei"/>
                <a:ea typeface="Microsoft JhengHei"/>
              </a:rPr>
              <a:t>Chart GCN 宣稱的 69.26%,比 JKX 的天花板高出 16pp。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053328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所以他們的主證據不是準確率,而是下一頁的排序邏輯。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他們的排序邏輯:十分位多空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把「二分類 → 數對幾次」換成「機率 → 橫斷面排序」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74519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79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取機率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847088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對當日每一檔股票輸出 softmax P(漲),而不是只取 argmax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96312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505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468880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把當日全部股票依 P(漲) 由低到高排隊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18104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0723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切十等分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09067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每一分位放同樣多檔股票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739896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9417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建立部位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712463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做多第 10 分位(最看好)、放空第 1 分位(最看壞),等權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361688"/>
            <a:ext cx="402336" cy="4023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159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持有並重排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334255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A5A5A"/>
                </a:solidFill>
                <a:latin typeface="Microsoft JhengHei"/>
                <a:ea typeface="Microsoft JhengHei"/>
              </a:rPr>
              <a:t>持有 h 個交易日後整批重新排序(不重疊)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A1A1A"/>
                </a:solidFill>
                <a:latin typeface="Microsoft JhengHei"/>
                <a:ea typeface="Microsoft JhengHei"/>
              </a:rPr>
              <a:t>為什麼比猜方向容易:大盤下跌時,第 10 分位 -2%、第 1 分位 -8% → 準確率全錯,但 H-L = +6%。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5A5A5A"/>
                </a:solidFill>
                <a:latin typeface="Microsoft JhengHei"/>
                <a:ea typeface="Microsoft JhengHei"/>
              </a:rPr>
              <a:t>多空對沖後大盤漲跌被消掉 —— Accuracy 量的是「會不會看大盤」,H-L 量的是「會不會選股」。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053328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H-L 報酬 = 第 10 分位平均報酬 − 第 1 分位平均報酬。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02336"/>
            <a:ext cx="64008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10896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Microsoft JhengHei"/>
                <a:ea typeface="Microsoft JhengHei"/>
              </a:rPr>
              <a:t>JKX 的十分位結果:報酬單調遞增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06070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5A5A"/>
                </a:solidFill>
                <a:latin typeface="Microsoft JhengHei"/>
                <a:ea typeface="Microsoft JhengHei"/>
              </a:rPr>
              <a:t>Table 3,20 日圖 → 20 日報酬(I20/R20),等權,月頻再平衡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74519"/>
          <a:ext cx="10744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12344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分位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2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3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6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10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H-L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年化報酬 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-2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5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7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9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11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11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13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14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15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18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+21***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Sharpe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-0.12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0.28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0.39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0.74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0.81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0.87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1.04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2.16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35204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9456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同期對照(H-L,等權)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年化報酬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Sharpe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月週轉率</a:t>
                      </a:r>
                    </a:p>
                  </a:txBody>
                  <a:tcPr anchor="ctr" marL="82296" marR="54864" marT="27432" marB="27432">
                    <a:solidFill>
                      <a:srgbClr val="1A1A1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CNN I20/R20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+21%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2.16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078D4"/>
                          </a:solidFill>
                          <a:latin typeface="Microsoft JhengHei"/>
                          <a:ea typeface="Microsoft JhengHei"/>
                        </a:rPr>
                        <a:t>173%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動量 MOM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+7%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0.25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63%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短期反轉 STR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+11%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0.55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168%</a:t>
                      </a:r>
                    </a:p>
                  </a:txBody>
                  <a:tcPr anchor="ctr" marL="82296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週反轉 WSTR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+18%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1.23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1A"/>
                          </a:solidFill>
                          <a:latin typeface="Microsoft JhengHei"/>
                          <a:ea typeface="Microsoft JhengHei"/>
                        </a:rPr>
                        <a:t>167%</a:t>
                      </a:r>
                    </a:p>
                  </a:txBody>
                  <a:tcPr anchor="ctr" marL="82296" marR="54864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440680"/>
            <a:ext cx="11064240" cy="5669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400" b="1">
                <a:solidFill>
                  <a:srgbClr val="0078D4"/>
                </a:solidFill>
                <a:latin typeface="Microsoft JhengHei"/>
                <a:ea typeface="Microsoft JhengHei"/>
              </a:rPr>
              <a:t>重點不是 Sharpe 2.16,而是前十欄「一路遞增、沒有亂跳」—— 這代表機率是連續有意義的。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14476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Microsoft JhengHei"/>
                <a:ea typeface="Microsoft JhengHei"/>
              </a:rPr>
              <a:t>論文出處:Jiang, J., Kelly, B., &amp; Xiu, D. (2023). (Re-)Imag(in)ing Price Trends. Journal of Finance, 78(6). </a:t>
            </a:r>
            <a:r>
              <a:rPr sz="1200" b="0">
                <a:solidFill>
                  <a:srgbClr val="0078D4"/>
                </a:solidFill>
                <a:latin typeface="Microsoft JhengHei"/>
                <a:ea typeface="Microsoft JhengHei"/>
                <a:hlinkClick r:id="rId2"/>
              </a:rPr>
              <a:t>https://onlinelibrary.wiley.com/doi/abs/10.1111/jofi.13268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