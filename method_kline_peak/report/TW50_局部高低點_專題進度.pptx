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8dd849fe-5b19-5825-be69-f4eeac6f4244}">
          <p14:sldIdLst>
            <p14:sldId id="256"/>
            <p14:sldId id="257"/>
          </p14:sldIdLst>
        </p14:section>
        <p14:section name="方法與計分" id="{2c4a1aa0-fb21-5cca-fcf9-356911a62653}">
          <p14:sldIdLst>
            <p14:sldId id="258"/>
            <p14:sldId id="259"/>
          </p14:sldIdLst>
        </p14:section>
        <p14:section name="結果" id="{cd6f79ec-546c-d2cd-f05a-91ccbf839389}">
          <p14:sldIdLst>
            <p14:sldId id="260"/>
            <p14:sldId id="261"/>
            <p14:sldId id="262"/>
          </p14:sldIdLst>
        </p14:section>
        <p14:section name="總結" id="{6b244d4a-37eb-a262-6e22-3fea924d589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2025–2026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7.6</c:v>
                </c:pt>
                <c:pt idx="1">
                  <c:v>85.1</c:v>
                </c:pt>
                <c:pt idx="2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</c:v>
                </c:pt>
                <c:pt idx="1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25.4</c:v>
                </c:pt>
                <c:pt idx="1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24.9</c:v>
                </c:pt>
                <c:pt idx="1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K,總共約 12.9 萬個股票日。訓練用 2020 到 2023 年 48,585 筆,測試用 2025 年到 2026 年 9 月 20,189 筆。高點和低點各只佔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流程分四步。關鍵在第二步的規則:真正的 11 日高點,一定也是近 6 天的高點,所以規則先把所有可能的候選挑出來,保證不漏。第三步才是我們的 AE 加 OC-SVM,它要從候選裡刪掉那些之後 5 天又被超越的假候選。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只用一層、不先升維,直接把這 29 個數字壓成 16 維,OC-SVM 在這 16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這是測試期的混淆矩陣。看第一列和最後一列:真低點有 79.8% 被判成低點,真高點有 70.6% 被判成高點,而且高點和低點從來不會互相判錯。右邊的表比較三種做法,模型的 acc 是 67.7%,判非極值時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7.3%,被我們挑出來的候選是 25 到 32%,大約是 3.4 到 4.2 倍。右邊三個數字:真高低點全部進了候選,模型判對 71 到 80%,判非極值時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的測試期:真高低點全部進了候選;模型判出的高點和低點從來不會互相搞錯;模型說「這天不是高低點」時 93.9% 是對的;挑出來的候選是真高低點的機率是隨便挑一天的 3.4 到 4.2 倍。模型最後判對了 71% 的真高點和 80%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2026-02-25,t 日收盤 2003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2026-09,可貼標的股票日 129,067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2023-12:48,585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高點候選 13,994、低點候選 11,465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2025-01 ~ 2026-09:20,189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防止偷看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測試期開始前 5 個交易日剔除(標籤用到 t+5)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方法流程:規則挑候選,AE + OC-SVM 篩候選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dot-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 日收盤後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取 t-5 ~ t 六根 K 線(開高低收量,29 個數字)</a:t>
            </a:r>
            <a:endParaRPr lang="en-US" sz="1300" dirty="0"/>
          </a:p>
        </p:txBody>
      </p:sp>
      <p:sp>
        <p:nvSpPr>
          <p:cNvPr id="8" name="step-arrow-1"/>
          <p:cNvSpPr/>
          <p:nvPr/>
        </p:nvSpPr>
        <p:spPr>
          <a:xfrm>
            <a:off x="313639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tep-2"/>
          <p:cNvSpPr/>
          <p:nvPr/>
        </p:nvSpPr>
        <p:spPr>
          <a:xfrm>
            <a:off x="338328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dot-2"/>
          <p:cNvSpPr/>
          <p:nvPr/>
        </p:nvSpPr>
        <p:spPr>
          <a:xfrm>
            <a:off x="361188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規則挑候選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 日收盤是近 6 天最高 → 高點候選;最低 → 低點候選;其餘直接判非極值</a:t>
            </a:r>
            <a:endParaRPr lang="en-US" sz="1300" dirty="0"/>
          </a:p>
        </p:txBody>
      </p:sp>
      <p:sp>
        <p:nvSpPr>
          <p:cNvPr id="14" name="step-arrow-2"/>
          <p:cNvSpPr/>
          <p:nvPr/>
        </p:nvSpPr>
        <p:spPr>
          <a:xfrm>
            <a:off x="597103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tep-3"/>
          <p:cNvSpPr/>
          <p:nvPr/>
        </p:nvSpPr>
        <p:spPr>
          <a:xfrm>
            <a:off x="621792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dot-3"/>
          <p:cNvSpPr/>
          <p:nvPr/>
        </p:nvSpPr>
        <p:spPr>
          <a:xfrm>
            <a:off x="644652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AE + OC-SVM 篩選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候選落在「真高(低)點」的範圍內才保留,範圍外改判非極值</a:t>
            </a:r>
            <a:endParaRPr lang="en-US" sz="1300" dirty="0"/>
          </a:p>
        </p:txBody>
      </p:sp>
      <p:sp>
        <p:nvSpPr>
          <p:cNvPr id="20" name="step-arrow-3"/>
          <p:cNvSpPr/>
          <p:nvPr/>
        </p:nvSpPr>
        <p:spPr>
          <a:xfrm>
            <a:off x="880567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tep-4"/>
          <p:cNvSpPr/>
          <p:nvPr/>
        </p:nvSpPr>
        <p:spPr>
          <a:xfrm>
            <a:off x="905256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dot-4"/>
          <p:cNvSpPr/>
          <p:nvPr/>
        </p:nvSpPr>
        <p:spPr>
          <a:xfrm>
            <a:off x="928116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輸出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每天一個判斷:高點 / 非極值 / 低點</a:t>
            </a:r>
            <a:endParaRPr lang="en-US" sz="1300" dirty="0"/>
          </a:p>
        </p:txBody>
      </p:sp>
      <p:sp>
        <p:nvSpPr>
          <p:cNvPr id="26" name="why-rule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1947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為什麼規則不會漏: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日如果是 11 天最高,一定也是近 6 天(t-5 ~ t)最高,而這在 t 日收盤就知道。所以真高低點全部都在候選裡,模型的工作只剩「從候選裡刪掉之後 5 天被超越的假候選」。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16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一層,不先升維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16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16 → 29,把輸入重建回來(MSE,訓練 60 輪);只拿編碼後的 16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訓練樣本:訓練期(2020–2023)的規則候選點;高點、低點各訓練一組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編碼器只有一層 29 → 16(973 個參數);原系統 29 → 58 → 8 → 4 有 4,637 個,兩者結果相同;OC-SVM 的 rbf、nu 0.1 沿用原系統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1,222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79.8%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2,646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11,414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3,127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1,038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規則基準(論文)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93.9%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1,470 個:判對 1,038 個(70.6%),沒有一個被判成低點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1,532 個:判對 1,222 個(79.8%),沒有一個被判成高點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12,156 天中,11,414 天真的不是高低點(93.9%)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3.4–4.2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 / 99.9%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70.6% / 79.8%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93.9%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真高低點都進了候選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1,470 / 1,470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1,531 / 1,532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93.9%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12,156 天裡 11,414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3.4–4.2×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7.3% → 24.9%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7.6% → 31.6%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2025-01 ~ 2026-09 · TW50 · 20,189 個股票日;模型判對 70.6% 的真高點、79.8%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2026-10-19T17:28:25Z</dcterms:created>
  <dcterms:modified xsi:type="dcterms:W3CDTF">2026-10-19T17:28:25Z</dcterms:modified>
</cp:coreProperties>
</file>